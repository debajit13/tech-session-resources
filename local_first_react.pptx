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Cw41oSbXBd88VcIO5lC3Y59Mj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33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16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9" Type="http://schemas.openxmlformats.org/officeDocument/2006/relationships/image" Target="../media/image39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8.png"/><Relationship Id="rId8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241280" y="45720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972800" y="822960"/>
            <a:ext cx="548640" cy="548640"/>
          </a:xfrm>
          <a:prstGeom prst="ellipse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457200" y="5029200"/>
            <a:ext cx="2286000" cy="2286000"/>
          </a:xfrm>
          <a:prstGeom prst="ellipse">
            <a:avLst/>
          </a:prstGeom>
          <a:solidFill>
            <a:srgbClr val="0891B2">
              <a:alpha val="25098"/>
            </a:srgbClr>
          </a:solidFill>
          <a:ln cap="flat" cmpd="sng" w="12700">
            <a:solidFill>
              <a:srgbClr val="0891B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 SESSION ON MODERN REACT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6800"/>
              <a:buFont typeface="Calibri"/>
              <a:buNone/>
            </a:pPr>
            <a:r>
              <a:rPr b="1" i="0" lang="en-US" sz="68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9718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600"/>
              <a:buFont typeface="Calibri"/>
              <a:buNone/>
            </a:pPr>
            <a:r>
              <a:rPr b="0" i="1" lang="en-US" sz="2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Building Apps That Don't Care If the Network Is Down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5120640"/>
            <a:ext cx="457200" cy="54864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40080" y="52578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Debajit Mallick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Software Engineer @Ergeon  |  Organizer @GDG Siliguri &amp; @React Siliguri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Who am I?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48640" y="1828800"/>
            <a:ext cx="3840480" cy="4297680"/>
          </a:xfrm>
          <a:prstGeom prst="rect">
            <a:avLst/>
          </a:prstGeom>
          <a:solidFill>
            <a:srgbClr val="0B1929"/>
          </a:solidFill>
          <a:ln cap="flat" cmpd="sng" w="12700">
            <a:solidFill>
              <a:srgbClr val="0B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48640" y="1828800"/>
            <a:ext cx="109728" cy="4297680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103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868680" y="26517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Debajit Mallick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68680" y="3108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Software Engineer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68680" y="33832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@Ergeon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68680" y="3794760"/>
            <a:ext cx="914400" cy="2743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68680" y="39319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Community Organizer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68680" y="420624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GDG Siliguri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React Siliguri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68680" y="5120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36+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68680" y="56235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talks delivered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606040" y="51206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606040" y="5532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2024 Top Voice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606040" y="5760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Web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54880" y="1874520"/>
            <a:ext cx="34747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983480" y="210312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3208" y="22128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5669280" y="207568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36+ talks delivered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669280" y="25146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 Performance, Frontend, Firebase &amp; more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412480" y="1874520"/>
            <a:ext cx="34747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641080" y="210312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0808" y="22128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9326880" y="207568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Featured on Google For Developers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326880" y="25146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 YouTube — community contribution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54880" y="3337560"/>
            <a:ext cx="34747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983480" y="356616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3208" y="36758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5669280" y="353872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IH </a:t>
            </a: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Winner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669280" y="39776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Team Delenitors (2020) — Software Edition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412480" y="3337560"/>
            <a:ext cx="34747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641080" y="356616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50808" y="36758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9326880" y="353872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Mentor — S</a:t>
            </a:r>
            <a:r>
              <a:rPr b="1"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IH 2022</a:t>
            </a: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Winners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326880" y="39776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Team OrganiCod3rs, Software Edition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754880" y="4800600"/>
            <a:ext cx="34747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983480" y="502920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93208" y="5138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5669280" y="50017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Mentor &amp; Judge — Hack4Bengal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669280" y="54406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3.0 and 2.0 editions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8412480" y="4800600"/>
            <a:ext cx="34747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641080" y="502920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50808" y="5138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9326880" y="50017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Top Contributor — GWoC &amp; JWoC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9326880" y="54406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GirlScript Winter of Code '21, JGEC '20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THE PAIN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We've been building React apps the same way for a decade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Render a spinner. Fetch from an API. Handle the loading state. Pray the network holds.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2926080"/>
            <a:ext cx="361188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48640" y="2926080"/>
            <a:ext cx="3611880" cy="73152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14400" y="3383280"/>
            <a:ext cx="822960" cy="822960"/>
          </a:xfrm>
          <a:prstGeom prst="ellipse">
            <a:avLst/>
          </a:prstGeom>
          <a:solidFill>
            <a:srgbClr val="FEE4E2"/>
          </a:solidFill>
          <a:ln cap="flat" cmpd="sng" w="12700">
            <a:solidFill>
              <a:srgbClr val="FEE4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568" y="35844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914400" y="4389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Loading spinners everywhere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14400" y="502920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component waits for the network. Users stare at skeletons before they can do anything.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343400" y="2926080"/>
            <a:ext cx="361188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343400" y="2926080"/>
            <a:ext cx="3611880" cy="73152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709160" y="3383280"/>
            <a:ext cx="822960" cy="822960"/>
          </a:xfrm>
          <a:prstGeom prst="ellipse">
            <a:avLst/>
          </a:prstGeom>
          <a:solidFill>
            <a:srgbClr val="FEE4E2"/>
          </a:solidFill>
          <a:ln cap="flat" cmpd="sng" w="12700">
            <a:solidFill>
              <a:srgbClr val="FEE4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0328" y="35844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4709160" y="4389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Offline = broken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709160" y="502920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 the connection on a flight, in the metro, in rural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— the app stops working.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138160" y="2926080"/>
            <a:ext cx="361188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8138160" y="2926080"/>
            <a:ext cx="3611880" cy="73152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8503920" y="3383280"/>
            <a:ext cx="822960" cy="822960"/>
          </a:xfrm>
          <a:prstGeom prst="ellipse">
            <a:avLst/>
          </a:prstGeom>
          <a:solidFill>
            <a:srgbClr val="FEE4E2"/>
          </a:solidFill>
          <a:ln cap="flat" cmpd="sng" w="12700">
            <a:solidFill>
              <a:srgbClr val="FEE4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5088" y="35844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8503920" y="4389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Optimistic-update bugs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503920" y="502920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Cache invalidation, stale data, rollback logic. We're shipping bugs that shouldn't exist.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THE IDEA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if the client was the database?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48640" y="18288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Local-First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2834640"/>
            <a:ext cx="5669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Your data lives in the client.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It syncs in the background.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Offline by default.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Conflicts handled for you.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675120" y="1828800"/>
            <a:ext cx="5029200" cy="4297680"/>
          </a:xfrm>
          <a:prstGeom prst="rect">
            <a:avLst/>
          </a:prstGeom>
          <a:solidFill>
            <a:srgbClr val="0B1929"/>
          </a:solidFill>
          <a:ln cap="flat" cmpd="sng" w="12700">
            <a:solidFill>
              <a:srgbClr val="0B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675120" y="1828800"/>
            <a:ext cx="5029200" cy="73152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2103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7498080" y="21031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The Seven Ideals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498080" y="24231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(Ink &amp; Switch, 2019)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949440" y="2880360"/>
            <a:ext cx="45720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No spinners — instant local reads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Works offline — by default, not as an edge case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Multi-device — sync across your devices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Real-time collaboration — built in (Conflict-free Replicated Data Types or CRDTs)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Long-lived data — files outlive the 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Privacy &amp; security — data stays with the 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Char char="■"/>
            </a:pPr>
            <a:r>
              <a:rPr b="0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User ownership — you own your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ARCHITECTURE · BEFORE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traditional cloud-first app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31520" y="2286000"/>
            <a:ext cx="292608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731520" y="2286000"/>
            <a:ext cx="2926080" cy="457200"/>
          </a:xfrm>
          <a:prstGeom prst="rect">
            <a:avLst/>
          </a:prstGeom>
          <a:solidFill>
            <a:srgbClr val="0B1929"/>
          </a:solidFill>
          <a:ln cap="flat" cmpd="sng" w="12700">
            <a:solidFill>
              <a:srgbClr val="0B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31520" y="22860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CLIENT (React)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08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731520" y="37033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UI Components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31520" y="3977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useEffect + fetch + spinner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31520" y="42976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(no data of its own)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023360" y="2286000"/>
            <a:ext cx="4114800" cy="237744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26517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4023360" y="3383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NETWORK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023360" y="37033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Every interaction is a round trip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023360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Latency. Failures. Spinners.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3703320" y="320040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5"/>
          <p:cNvCxnSpPr/>
          <p:nvPr/>
        </p:nvCxnSpPr>
        <p:spPr>
          <a:xfrm rot="10800000">
            <a:off x="3703320" y="38404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5"/>
          <p:cNvCxnSpPr/>
          <p:nvPr/>
        </p:nvCxnSpPr>
        <p:spPr>
          <a:xfrm>
            <a:off x="8183880" y="320040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p5"/>
          <p:cNvCxnSpPr/>
          <p:nvPr/>
        </p:nvCxnSpPr>
        <p:spPr>
          <a:xfrm rot="10800000">
            <a:off x="8183880" y="38404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5"/>
          <p:cNvSpPr/>
          <p:nvPr/>
        </p:nvSpPr>
        <p:spPr>
          <a:xfrm>
            <a:off x="8503920" y="2286000"/>
            <a:ext cx="292608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solidFill>
            <a:srgbClr val="0B1929"/>
          </a:solidFill>
          <a:ln cap="flat" cmpd="sng" w="12700">
            <a:solidFill>
              <a:srgbClr val="0B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692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8503920" y="37033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503920" y="3977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 of truth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503920" y="42976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(holds ALL the data)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120" y="5303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1554480" y="5120640"/>
            <a:ext cx="9784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The client is a temporary view. Kill the network, and your app dies.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ARCHITECTURE · AFTER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local-first app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731520" y="2286000"/>
            <a:ext cx="4114800" cy="3200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31520" y="2286000"/>
            <a:ext cx="4114800" cy="4572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3152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CLIENT (React)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60120" y="2971800"/>
            <a:ext cx="3657600" cy="82296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154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1691640" y="3017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UI Components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691640" y="33375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Reads = local. Zero latency.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60120" y="3977640"/>
            <a:ext cx="3657600" cy="1280160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1605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1783080" y="4069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Local 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783080" y="4389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IndexedDB / SQLite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783080" y="4663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source of truth on the client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303520" y="3017520"/>
            <a:ext cx="1737360" cy="1828800"/>
          </a:xfrm>
          <a:prstGeom prst="roundRect">
            <a:avLst>
              <a:gd fmla="val 7895" name="adj"/>
            </a:avLst>
          </a:prstGeom>
          <a:solidFill>
            <a:srgbClr val="0B1929"/>
          </a:solidFill>
          <a:ln cap="flat" cmpd="sng" w="12700">
            <a:solidFill>
              <a:srgbClr val="0B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788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5303520" y="38404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Sync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303520" y="41605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303520" y="44348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Conflict-free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6"/>
          <p:cNvCxnSpPr/>
          <p:nvPr/>
        </p:nvCxnSpPr>
        <p:spPr>
          <a:xfrm>
            <a:off x="4892040" y="365760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06B6D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p6"/>
          <p:cNvCxnSpPr/>
          <p:nvPr/>
        </p:nvCxnSpPr>
        <p:spPr>
          <a:xfrm rot="10800000">
            <a:off x="4892040" y="420624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06B6D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6"/>
          <p:cNvCxnSpPr/>
          <p:nvPr/>
        </p:nvCxnSpPr>
        <p:spPr>
          <a:xfrm>
            <a:off x="7086600" y="365760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06B6D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" name="Google Shape;190;p6"/>
          <p:cNvCxnSpPr/>
          <p:nvPr/>
        </p:nvCxnSpPr>
        <p:spPr>
          <a:xfrm rot="10800000">
            <a:off x="7086600" y="420624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06B6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6"/>
          <p:cNvSpPr/>
          <p:nvPr/>
        </p:nvSpPr>
        <p:spPr>
          <a:xfrm>
            <a:off x="7498080" y="2286000"/>
            <a:ext cx="393192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7498080" y="2286000"/>
            <a:ext cx="3931920" cy="457200"/>
          </a:xfrm>
          <a:prstGeom prst="rect">
            <a:avLst/>
          </a:prstGeom>
          <a:solidFill>
            <a:srgbClr val="0B1929"/>
          </a:solidFill>
          <a:ln cap="flat" cmpd="sng" w="12700">
            <a:solidFill>
              <a:srgbClr val="0B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7498080" y="2286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9720" y="31089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/>
          <p:nvPr/>
        </p:nvSpPr>
        <p:spPr>
          <a:xfrm>
            <a:off x="7498080" y="3794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Sync Coordinator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498080" y="41148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Postgres /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498080" y="47091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(no longer the only source of truth)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120" y="5760720"/>
            <a:ext cx="41148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/>
          <p:nvPr/>
        </p:nvSpPr>
        <p:spPr>
          <a:xfrm>
            <a:off x="1554480" y="5669280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The client owns the data. The network becomes an optimization, not a dependency.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THE LANDSCAPE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Three tools leading the local-first wave in 2026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48640" y="1783080"/>
            <a:ext cx="3611880" cy="4526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548640" y="1783080"/>
            <a:ext cx="3611880" cy="10972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1737360" y="21488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737360" y="2606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 Rocicorp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68680" y="3108960"/>
            <a:ext cx="2971800" cy="320040"/>
          </a:xfrm>
          <a:prstGeom prst="rect">
            <a:avLst/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868680" y="3108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Best DX, end-to-end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68680" y="356616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868680" y="379476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Successor to Replicache. Ships its own query language (ZQL), its own sync server (zero-cache), and protocol.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68680" y="470916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68680" y="49377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Server-authoritative writes. Reactive query subscriptions. Rebase-on-conflict handling for true sync semantics.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68680" y="5897880"/>
            <a:ext cx="2971800" cy="32004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868680" y="589788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Best for: Greenfield collaborative apps with Postgres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343400" y="1783080"/>
            <a:ext cx="3611880" cy="4526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343400" y="1783080"/>
            <a:ext cx="3611880" cy="109728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5532120" y="21488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ElectricSQL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532120" y="2606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 Electric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663440" y="3108960"/>
            <a:ext cx="2971800" cy="320040"/>
          </a:xfrm>
          <a:prstGeom prst="rect">
            <a:avLst/>
          </a:prstGeom>
          <a:solidFill>
            <a:srgbClr val="FB7185">
              <a:alpha val="20000"/>
            </a:srgbClr>
          </a:solidFill>
          <a:ln cap="flat" cmpd="sng" w="12700">
            <a:solidFill>
              <a:srgbClr val="FB718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663440" y="3108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Postgres-native sync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663440" y="356616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663440" y="379476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Syncs your real Postgres database to client-side SQLite (via PGlite or WASM). Declarative 'shapes' control what each client gets.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663440" y="470916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663440" y="49377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Bi-directional active-active replication. Last-write-wins by default. React hooks like useShape stream live updates.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663440" y="5897880"/>
            <a:ext cx="2971800" cy="32004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663440" y="589788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Best for: Apps where Postgres is already the backend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138160" y="1783080"/>
            <a:ext cx="3611880" cy="4526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8138160" y="1783080"/>
            <a:ext cx="3611880" cy="1097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108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/>
          <p:nvPr/>
        </p:nvSpPr>
        <p:spPr>
          <a:xfrm>
            <a:off x="9326880" y="21488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TinyBase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9326880" y="2606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 James Pearce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458200" y="3108960"/>
            <a:ext cx="2971800" cy="320040"/>
          </a:xfrm>
          <a:prstGeom prst="rect">
            <a:avLst/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8458200" y="3108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Tiny, zero deps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458200" y="356616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8458200" y="3794760"/>
            <a:ext cx="2971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reactive in-memory data store with built-in indexing, queries, CRDT sync, and React bindings — all in ~6 to 14 kB.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458200" y="470916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8458200" y="49377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Pluggable persisters (IndexedDB, SQLite, PGlite). Native CRDT support. Pair with any sync layer or stand alone.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458200" y="5897880"/>
            <a:ext cx="2971800" cy="32004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8458200" y="589788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Best for: Lightweight apps, prototypes, mobile-first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FB7185">
              <a:alpha val="20000"/>
            </a:srgbClr>
          </a:solidFill>
          <a:ln cap="flat" cmpd="sng" w="12700">
            <a:solidFill>
              <a:srgbClr val="FB718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40080" y="2743200"/>
            <a:ext cx="1097280" cy="1097280"/>
          </a:xfrm>
          <a:prstGeom prst="ellipse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017520"/>
            <a:ext cx="50292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2011680" y="274320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Let's build a todo app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011680" y="36118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that doesn't care if the WiFi dies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40080" y="5486400"/>
            <a:ext cx="457200" cy="54864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 two tabs · Edit offline · Watch them sync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DEMO ·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we're going to wire this 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48640" y="1828800"/>
            <a:ext cx="50292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48640" y="1828800"/>
            <a:ext cx="109728" cy="82296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756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9"/>
          <p:cNvSpPr/>
          <p:nvPr/>
        </p:nvSpPr>
        <p:spPr>
          <a:xfrm>
            <a:off x="1508760" y="1920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React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508760" y="226771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Components subscribe to live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48640" y="2788920"/>
            <a:ext cx="50292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548640" y="2788920"/>
            <a:ext cx="109728" cy="822960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822960" y="292608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30358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/>
          <p:nvPr/>
        </p:nvSpPr>
        <p:spPr>
          <a:xfrm>
            <a:off x="1508760" y="28803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Sync Engine (TinyBase)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508760" y="32278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Reactive store + CRDT merge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48640" y="3749040"/>
            <a:ext cx="50292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48640" y="3749040"/>
            <a:ext cx="109728" cy="8229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822960" y="388620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3995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9"/>
          <p:cNvSpPr/>
          <p:nvPr/>
        </p:nvSpPr>
        <p:spPr>
          <a:xfrm>
            <a:off x="1508760" y="38404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Local Persister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1508760" y="41879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IndexedDB — survives page reloads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548640" y="4709160"/>
            <a:ext cx="50292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48640" y="4709160"/>
            <a:ext cx="109728" cy="8229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" y="49560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1508760" y="48006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Sync Server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1508760" y="51480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WebSocket — broadcasts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9"/>
          <p:cNvCxnSpPr/>
          <p:nvPr/>
        </p:nvCxnSpPr>
        <p:spPr>
          <a:xfrm>
            <a:off x="1005840" y="2651760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9"/>
          <p:cNvCxnSpPr/>
          <p:nvPr/>
        </p:nvCxnSpPr>
        <p:spPr>
          <a:xfrm>
            <a:off x="1005840" y="3611880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9"/>
          <p:cNvCxnSpPr/>
          <p:nvPr/>
        </p:nvCxnSpPr>
        <p:spPr>
          <a:xfrm>
            <a:off x="1005840" y="4572000"/>
            <a:ext cx="0" cy="13716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9"/>
          <p:cNvSpPr/>
          <p:nvPr/>
        </p:nvSpPr>
        <p:spPr>
          <a:xfrm>
            <a:off x="6035040" y="1828800"/>
            <a:ext cx="5669280" cy="4572000"/>
          </a:xfrm>
          <a:prstGeom prst="rect">
            <a:avLst/>
          </a:prstGeom>
          <a:solidFill>
            <a:srgbClr val="0B1929"/>
          </a:solidFill>
          <a:ln cap="flat" cmpd="sng" w="12700">
            <a:solidFill>
              <a:srgbClr val="0B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6035040" y="1828800"/>
            <a:ext cx="5669280" cy="73152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6263640" y="20574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What we'll show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263640" y="2651760"/>
            <a:ext cx="502920" cy="50292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6263640" y="2651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6903720" y="2651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Spin up a React + Vite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903720" y="2944368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Plain useState first — to set the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263640" y="3364992"/>
            <a:ext cx="502920" cy="50292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6263640" y="3364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903720" y="336499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Drop in TinyBase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6903720" y="36576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Replace state with a reactive local store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263640" y="4078224"/>
            <a:ext cx="502920" cy="50292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263640" y="40782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903720" y="40782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Add IndexedDB persistence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903720" y="437083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Refresh the page — data survives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263640" y="4791456"/>
            <a:ext cx="502920" cy="50292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6263640" y="479145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903720" y="479145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Kill the network in DevTools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903720" y="5084064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 keeps working. No errors, no spinners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263640" y="5504688"/>
            <a:ext cx="502920" cy="50292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6263640" y="55046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903720" y="550468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Open two tabs · sync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903720" y="5797296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Bring network back. Both tabs converge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"/>
          <p:cNvSpPr/>
          <p:nvPr/>
        </p:nvSpPr>
        <p:spPr>
          <a:xfrm>
            <a:off x="5029200" y="1371600"/>
            <a:ext cx="2103120" cy="2103120"/>
          </a:xfrm>
          <a:prstGeom prst="ellipse">
            <a:avLst/>
          </a:prstGeom>
          <a:solidFill>
            <a:srgbClr val="06B6D4">
              <a:alpha val="30196"/>
            </a:srgbClr>
          </a:solidFill>
          <a:ln cap="flat" cmpd="sng" w="12700">
            <a:solidFill>
              <a:srgbClr val="06B6D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0" y="1828800"/>
            <a:ext cx="9144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Switching to VS Code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Let's write some code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852160" y="5486400"/>
            <a:ext cx="457200" cy="54864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GOTCHAS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things that bite you in production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548640" y="1783080"/>
            <a:ext cx="5532120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548640" y="1783080"/>
            <a:ext cx="109728" cy="2148840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286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1"/>
          <p:cNvSpPr/>
          <p:nvPr/>
        </p:nvSpPr>
        <p:spPr>
          <a:xfrm>
            <a:off x="1874520" y="210312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Auth &amp; permissions are harder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874520" y="2651760"/>
            <a:ext cx="4069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 data lives on the client, 'who can read what' is no longer a server-side query. You need sync rules, row-level permissions, or a server-authoritative model.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6172200" y="1783080"/>
            <a:ext cx="5532120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172200" y="1783080"/>
            <a:ext cx="109728" cy="2148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6537960" y="2103120"/>
            <a:ext cx="777240" cy="7772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0" y="2286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1"/>
          <p:cNvSpPr/>
          <p:nvPr/>
        </p:nvSpPr>
        <p:spPr>
          <a:xfrm>
            <a:off x="7498080" y="210312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Schema migrations get tricky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7498080" y="2651760"/>
            <a:ext cx="4069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 has v1 data. Server is on v3. The user opens the app after 6 months. Plan for forward and backward compatibility from day one.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48640" y="4114800"/>
            <a:ext cx="5532120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548640" y="4114800"/>
            <a:ext cx="109728" cy="214884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914400" y="4434840"/>
            <a:ext cx="777240" cy="7772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4617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/>
          <p:nvPr/>
        </p:nvSpPr>
        <p:spPr>
          <a:xfrm>
            <a:off x="1874520" y="443484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Partial sync is a design 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874520" y="4983480"/>
            <a:ext cx="4069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 can't sync the whole DB to every client. 'Shapes' or queries define each user's slice. Get this wrong and you sync gigabytes — or miss 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172200" y="4114800"/>
            <a:ext cx="5532120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6172200" y="4114800"/>
            <a:ext cx="109728" cy="21488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6537960" y="4434840"/>
            <a:ext cx="777240" cy="77724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0840" y="4617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1"/>
          <p:cNvSpPr/>
          <p:nvPr/>
        </p:nvSpPr>
        <p:spPr>
          <a:xfrm>
            <a:off x="7498080" y="443484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Bundle size is real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7498080" y="4983480"/>
            <a:ext cx="4069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 DB + sync engine + CRDT logic = heavier bundle. Worth it for the right app, painful for a marketing site. Pick the right tool for the job.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DECISION GUIDE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When local-first is the right call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548640" y="1828800"/>
            <a:ext cx="55321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48640" y="1828800"/>
            <a:ext cx="5532120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777240" y="1828800"/>
            <a:ext cx="5074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REACH FOR IT WHEN…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868680" y="2606040"/>
            <a:ext cx="49377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Collaboration is core — multiple users on the same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Offline is a real requirement, not a 'nice to have'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You want instant UI — Linear, Figma, Notion-level snappiness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Users edit the same record from multiple devices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privacy / ownership matters to your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6172200" y="1828800"/>
            <a:ext cx="553212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6172200" y="1828800"/>
            <a:ext cx="5532120" cy="5486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6400800" y="1828800"/>
            <a:ext cx="5074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DON'T BOTHER WHEN…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6492240" y="2606040"/>
            <a:ext cx="49377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You're building a content site / blog / landing page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is server-computed (search, analytics, dashboards)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You need strong consistency — banking, inventory, ticketing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dataset is too big to fit on the client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✗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Your team can't take on the new mental model right now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WRAPPING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Three things to take home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48640" y="1828800"/>
            <a:ext cx="111556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777240" y="19659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2011680" y="2057400"/>
            <a:ext cx="27432" cy="7315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2240280" y="201168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client can </a:t>
            </a: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</a:t>
            </a: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the 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2240280" y="246888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inverts the cloud-first model. Reads are instant, writes are local, sync is a background detail.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548640" y="3200400"/>
            <a:ext cx="111556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777240" y="33375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2011680" y="3429000"/>
            <a:ext cx="27432" cy="7315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2240280" y="338328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tooling is finally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2240280" y="384048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Zero, ElectricSQL, TinyBase, TanStack DB, Replicache — pick one based on your backend and your scale.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548640" y="4572000"/>
            <a:ext cx="1115568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777240" y="47091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2011680" y="4800600"/>
            <a:ext cx="27432" cy="7315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2240280" y="475488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Try it on something small 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2240280" y="521208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Don't migrate your monolith. Build one feature local-first — a sidebar, a draft editor, a settings panel.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FB7185">
              <a:alpha val="20000"/>
            </a:srgbClr>
          </a:solidFill>
          <a:ln cap="flat" cmpd="sng" w="12700">
            <a:solidFill>
              <a:srgbClr val="FB718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3" name="Google Shape;4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2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4"/>
          <p:cNvSpPr/>
          <p:nvPr/>
        </p:nvSpPr>
        <p:spPr>
          <a:xfrm>
            <a:off x="1188720" y="4114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Let's chat — connect with me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777240" y="2103120"/>
            <a:ext cx="329184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777240" y="2103120"/>
            <a:ext cx="3291840" cy="7315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2057400" y="2468880"/>
            <a:ext cx="731520" cy="73152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456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/>
          <p:nvPr/>
        </p:nvSpPr>
        <p:spPr>
          <a:xfrm>
            <a:off x="777240" y="32918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508760" y="3749040"/>
            <a:ext cx="1828800" cy="18288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1508760" y="44805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 QR CODE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1508760" y="4709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paste your image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777240" y="5669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/in/debajit-mallick/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4434840" y="2103120"/>
            <a:ext cx="329184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4434840" y="2103120"/>
            <a:ext cx="3291840" cy="7315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5715000" y="2468880"/>
            <a:ext cx="731520" cy="73152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216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4"/>
          <p:cNvSpPr/>
          <p:nvPr/>
        </p:nvSpPr>
        <p:spPr>
          <a:xfrm>
            <a:off x="4434840" y="32918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Twitter / 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5166360" y="3749040"/>
            <a:ext cx="1828800" cy="18288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5166360" y="44805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 QR CODE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5166360" y="4709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paste your image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4434840" y="5669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MallickDebajit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8092440" y="2103120"/>
            <a:ext cx="329184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8092440" y="2103120"/>
            <a:ext cx="3291840" cy="7315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9372600" y="2468880"/>
            <a:ext cx="731520" cy="731520"/>
          </a:xfrm>
          <a:prstGeom prst="ellipse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7" name="Google Shape;44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976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4"/>
          <p:cNvSpPr/>
          <p:nvPr/>
        </p:nvSpPr>
        <p:spPr>
          <a:xfrm>
            <a:off x="8092440" y="32918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8823960" y="3749040"/>
            <a:ext cx="1828800" cy="18288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8823960" y="44805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 QR CODE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8823960" y="4709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paste your image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8092440" y="5669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10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debajit13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14" title="linkedi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8775" y="3749038"/>
            <a:ext cx="1828801" cy="1828801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454" name="Google Shape;454;p14" title="twitte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43512" y="3726175"/>
            <a:ext cx="1874505" cy="1874525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455" name="Google Shape;455;p14" title="github q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23950" y="3680450"/>
            <a:ext cx="1874525" cy="1874525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GOING DEEPER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Resources to keep learning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548640" y="1463040"/>
            <a:ext cx="365760" cy="45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548640" y="1828800"/>
            <a:ext cx="361188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822960" y="21031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Foundational reading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822960" y="2651760"/>
            <a:ext cx="365760" cy="36576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822960" y="2834640"/>
            <a:ext cx="3108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Local-First Manifesto — Ink &amp; Switch (2019)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CRDTs: The Hard Parts — Martin Kleppmann (YouTube)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localfirstweb.dev — the community 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4343400" y="1828800"/>
            <a:ext cx="361188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4617720" y="21031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Sync engines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4617720" y="2651760"/>
            <a:ext cx="365760" cy="36576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4617720" y="2834640"/>
            <a:ext cx="3108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zero.rocicorp.dev — Zero by Rocicorp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electric-sql.com — ElectricSQL + PGlite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tinybase.org — TinyBase docs and demos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8138160" y="1828800"/>
            <a:ext cx="361188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8412480" y="21031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Adjacent worth knowing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8412480" y="2651760"/>
            <a:ext cx="365760" cy="36576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8412480" y="2834640"/>
            <a:ext cx="3108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tanstack.com/db — TanStack DB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yjs.dev / automerge.org — CRDT libraries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instantdb.com / convex.dev — hosted local-first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Local-First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9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6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FB7185">
              <a:alpha val="20000"/>
            </a:srgbClr>
          </a:solidFill>
          <a:ln cap="flat" cmpd="sng" w="12700">
            <a:solidFill>
              <a:srgbClr val="FB718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10789920" y="0"/>
            <a:ext cx="914400" cy="914400"/>
          </a:xfrm>
          <a:prstGeom prst="ellipse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1000"/>
              <a:buFont typeface="Calibri"/>
              <a:buNone/>
            </a:pPr>
            <a:r>
              <a:rPr b="1" i="0" lang="en-US" sz="110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5852160" y="3931920"/>
            <a:ext cx="457200" cy="54864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Now go build something that doesn't need the network.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Debajit Mallick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Software Engineer @Ergeon  |  GDG Siliguri  |  React Siliguri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2026-05-20T04:05:32Z</dcterms:created>
  <dc:creator>Debajit Mallick</dc:creator>
</cp:coreProperties>
</file>